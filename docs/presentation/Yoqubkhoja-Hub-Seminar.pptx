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822960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28600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Yoqubkhoja Hub</a:t>
            </a:r>
          </a:p>
          <a:p>
            <a:pPr algn="ctr">
              <a:defRPr sz="2200" b="0">
                <a:solidFill>
                  <a:srgbClr val="F1F5F9"/>
                </a:solidFill>
              </a:defRPr>
            </a:pPr>
            <a:r>
              <a:t>Семинари муаррифии барнома ва лоиҳа</a:t>
            </a:r>
          </a:p>
          <a:p>
            <a:pPr algn="ctr">
              <a:defRPr sz="1600" b="0">
                <a:solidFill>
                  <a:srgbClr val="94A3B8"/>
                </a:solidFill>
              </a:defRPr>
            </a:pPr>
            <a:r>
              <a:t>Маркази рақамии лоиҳаҳо ва идоракунии ташкилот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4572000"/>
            <a:ext cx="347472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yoqubkhoja.tj</a:t>
            </a:r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Yoqubkhoja Hub  ·  yoqubkhoja.tj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Yoqubkhoja Hub</a:t>
            </a:r>
          </a:p>
          <a:p>
            <a:pPr algn="l">
              <a:defRPr sz="1600" b="0">
                <a:solidFill>
                  <a:srgbClr val="94A3B8"/>
                </a:solidFill>
              </a:defRPr>
            </a:pPr>
            <a:r>
              <a:t>Маркази рақамии лоиҳаҳо ва идоракунии ташкилот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Семинари муаррифии барнома ва лоиҳа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yoqubkhoja.tj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Муҳтарам ҳамкорон ва меҳмонони гиромӣ! Имрӯз ман барнома ва лоиҳаи Yoqubkhoja Hub-ро муаррифӣ мекунам — платформае, ки лоиҳаҳо, ташкилотҳо ва корҳои маъмуриро дар як ҷои ягона ҷамъ месозад.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Чаро ин лоиҳа лозим шуд?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Лоиҳаҳо дар ҷойҳои гуногун — GitHub, файлҳо, Excel, дафтарҳо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Маълумоти кадрӣ ва молиявӣ пароканда ва дастӣ ҳисоб мешавад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Ҳуҷҷатҳои меҳнатӣ, буҷет, табел — вақти зиёд мегирад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4 забон — системаҳои кӯҳна инро дастгирӣ намекунанд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Оё шумо ҳам вақте буд, ки барои як ҳисобот соатҳо ҷустуҷӯ кардед? Yoqubkhoja Hub барои ҳалли ҳамин мушкилот сохта шудааст.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Yoqubkhoja Hub чист?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Портали шахсии вебӣ — маркази лоиҳаҳо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Воридшавии бехатар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4 забон: тоҷикӣ, русӣ, англисӣ, ӯзбекӣ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Модулҳои идоракунии ташкилот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Сайт: https://yoqubkhoja.tj</a:t>
            </a:r>
          </a:p>
        </p:txBody>
      </p:sp>
      <p:pic>
        <p:nvPicPr>
          <p:cNvPr id="10" name="Picture 9" descr="icon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5203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Ин на танҳо сайти шахсӣ аст — ин хаби рақамии кор аст: лоиҳаҳо, ташкилотҳо, кадрҳо, молия — ҳама дар як экран.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Архитектураи умумӣ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Next.js 15 — зуд, муосир, барои production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4 забон: тоҷикӣ · русӣ · англисӣ · ӯзбекӣ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Амният: NextAuth, рамзи ҳашшуда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Хостинг: Netlify + домени .tj</a:t>
            </a:r>
          </a:p>
        </p:txBody>
      </p:sp>
      <p:pic>
        <p:nvPicPr>
          <p:cNvPr id="10" name="Picture 9" descr="diagram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2189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Технологияҳои муосир, аммо мақсад содда аст: кор осонтар, хатогиҳо камтар, натиҷа зудтар.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Модул 1: Маркази лоиҳаҳо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Илова, таҳрир ва нест кардани лоиҳаҳо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Ҷустуҷӯ, филтр, омори «дар кор / тайёр / нав»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Категорияҳо: сомона, барнома, асбоб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Пайванд ба GitHub</a:t>
            </a:r>
          </a:p>
        </p:txBody>
      </p:sp>
      <p:pic>
        <p:nvPicPr>
          <p:cNvPr id="10" name="Picture 9" descr="icon_proj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5203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Ҳар лоиҳа — як корт. Ҳамаи корҳои шумо дар як дашборд, на дар ёд ва на дар файлҳои гумшуда.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Модул 2: Идоракунии ташкилотҳо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Реестри ташкилотҳо бо РМА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Интегратсия бо andoz.tj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Менюи фаъолият мувофиқи КПБ (cfs.tj)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Ветеринария, фитосанитария, хизматрасониҳо</a:t>
            </a:r>
          </a:p>
        </p:txBody>
      </p:sp>
      <p:pic>
        <p:nvPicPr>
          <p:cNvPr id="10" name="Picture 9" descr="icon_o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5203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Ташкилотро бо РМА меёбед — ном, суроға, маълумоти асосӣ худкор пур мешавад.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Модул 3: Кормандон ва кадрҳо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Омор — штат, бақайдгирифташуда, холигиҳо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Басти вазифаҳо — ҳисоби автоматӣ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Холигиҳо, бақайдгирӣ, табел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Чоп ва экспорт</a:t>
            </a:r>
          </a:p>
        </p:txBody>
      </p:sp>
      <p:pic>
        <p:nvPicPr>
          <p:cNvPr id="10" name="Picture 9" descr="icon_sta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5203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Кадрҳо — қалби ҳар ташкилот. Hub ин қалбро рақамӣ месозад.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Модул 4: Бухгалтерия ва молия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Буҷет — нақша, иҷро, квартал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Китоби музди меҳнат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Пардохт ба бонк — Excel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Рухсатии меҳнатӣ, ҳомиладорӣ, корношоямӣ</a:t>
            </a:r>
          </a:p>
        </p:txBody>
      </p:sp>
      <p:pic>
        <p:nvPicPr>
          <p:cNvPr id="10" name="Picture 9" descr="icon_fi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5203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Ҳуҷҷате, ки пештар соатҳо мегирифт, ҳоло дар чанд дақиқа — бо формулаҳои дуруст ва ҳуқуқии Тоҷикистон.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Мувофиқати ҳуқуқӣ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Корношоямӣ: музди вазифавӣ ÷ рӯзҳои меъёр × рӯзҳои беморӣ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60% / 70% / 100% мувофиқи Қонуни суғурта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Сақфи ҳадди ақал ва 2× музди вазифавӣ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Кодекси меҳнат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Барнома на танҳо ҳисоб мекунад — қонунро эҳтиром мекунад.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Чандзабонӣ ва дастрасӣ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🇹🇯 Тоҷикӣ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🇷🇺 Русӣ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🇬🇧 Англисӣ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🇺🇿 Ӯзбекӣ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Корманд бо забони дӯстдоштаи худ кор мекунад.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Экспорт ва ҳуҷҷатҳо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Excel — бонк, табел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PDF — ҳуҷҷатҳои расмӣ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CSV — кормандон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Маълумот ба бонк, ҳисобот ё чоп — як клик.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Намунаи амалӣ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Маркази таъминоти бехатарии озуқаворӣ (Ҷ. Расулов)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20 воҳиди корӣ, буҷети маҳаллӣ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Хизматрасониҳои ветеринарӣ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Ин на танҳо концепт — лоиҳаи амалӣ аст.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Натиҷаҳо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Лоиҳаҳо → як ҷо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Ҳисоботи дастӣ → автоматӣ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Excel → генератсияи онлайн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1 забон → 4 забон</a:t>
            </a:r>
          </a:p>
        </p:txBody>
      </p:sp>
      <p:pic>
        <p:nvPicPr>
          <p:cNvPr id="10" name="Picture 9" descr="diagram-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0482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Вақт, хатогӣ ва стресс кам — сифат ва назорат зиёд.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Нақшаи оянда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Модулҳо барои ташкилотҳои дигар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Интегратсияи давлатӣ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Барномаи мобилӣ, API, open source</a:t>
            </a:r>
          </a:p>
        </p:txBody>
      </p:sp>
      <p:pic>
        <p:nvPicPr>
          <p:cNvPr id="10" name="Picture 9" descr="icon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840480" cy="25203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Hub метавонад платформаи миллӣ барои соҳаи озуқаворӣ бошад.</a:t>
            </a:r>
          </a:p>
        </p:txBody>
      </p:sp>
      <p:pic>
        <p:nvPicPr>
          <p:cNvPr id="12" name="Picture 11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Хулоса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Роҳи гузариш ба идоракунии рақамӣ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yoqubkhoja.tj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11827"/>
                </a:solidFill>
              </a:defRPr>
            </a:pPr>
            <a:r>
              <a:t>• github.com/yoqubkhoja1988/my-yoqubkhoja-tj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Суханрон: Ин на танҳо барнома, балки тағйири усули кор аст.</a:t>
            </a:r>
          </a:p>
        </p:txBody>
      </p:sp>
      <p:pic>
        <p:nvPicPr>
          <p:cNvPr id="11" name="Picture 10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01168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2004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Саволҳо?</a:t>
            </a:r>
          </a:p>
          <a:p>
            <a:pPr algn="l">
              <a:defRPr sz="1600" b="0">
                <a:solidFill>
                  <a:srgbClr val="94A3B8"/>
                </a:solidFill>
              </a:defRPr>
            </a:pPr>
            <a:r>
              <a:t>Ташаккур барои диққат!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</a:defRPr>
            </a:pPr>
            <a:r>
              <a:t>• yoqubkhoja.tj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</a:defRPr>
            </a:pPr>
            <a:r>
              <a:t>• github.com/yoqubkhoja1988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813816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Суханрон: Агар савол дошта бошед — бо хушҳолӣ ҷавоб медиҳам. Ташаккур барои диққат!</a:t>
            </a:r>
          </a:p>
        </p:txBody>
      </p:sp>
      <p:pic>
        <p:nvPicPr>
          <p:cNvPr id="8" name="Picture 7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28800"/>
            <a:ext cx="914400" cy="914400"/>
          </a:xfrm>
          <a:prstGeom prst="rect">
            <a:avLst/>
          </a:prstGeom>
        </p:spPr>
      </p:pic>
      <p:pic>
        <p:nvPicPr>
          <p:cNvPr id="9" name="Picture 8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6364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309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Yoqubkhoja Hub  ·  yoqubkhoja.tj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3093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1F5F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